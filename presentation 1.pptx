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hC1wCH6WzCR2a2s5stk3SneVLp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9709950E-CA8E-0C12-A056-2365C3412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>
            <a:extLst>
              <a:ext uri="{FF2B5EF4-FFF2-40B4-BE49-F238E27FC236}">
                <a16:creationId xmlns:a16="http://schemas.microsoft.com/office/drawing/2014/main" id="{40654EC6-98D7-0A20-83AF-904874A4C0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5:notes">
            <a:extLst>
              <a:ext uri="{FF2B5EF4-FFF2-40B4-BE49-F238E27FC236}">
                <a16:creationId xmlns:a16="http://schemas.microsoft.com/office/drawing/2014/main" id="{6911477F-FE83-97E5-6801-FBB312E314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6027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0DF62905-0655-B255-8C0B-FFF80FEB2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>
            <a:extLst>
              <a:ext uri="{FF2B5EF4-FFF2-40B4-BE49-F238E27FC236}">
                <a16:creationId xmlns:a16="http://schemas.microsoft.com/office/drawing/2014/main" id="{1F1A357D-9E3B-AB28-1101-4B7516FAB0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5:notes">
            <a:extLst>
              <a:ext uri="{FF2B5EF4-FFF2-40B4-BE49-F238E27FC236}">
                <a16:creationId xmlns:a16="http://schemas.microsoft.com/office/drawing/2014/main" id="{C39B5862-85FD-A406-6FD1-0E72FFAFA6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4693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/>
          <p:nvPr/>
        </p:nvSpPr>
        <p:spPr>
          <a:xfrm>
            <a:off x="3175" y="6492874"/>
            <a:ext cx="12188825" cy="36512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8"/>
          <p:cNvSpPr/>
          <p:nvPr/>
        </p:nvSpPr>
        <p:spPr>
          <a:xfrm>
            <a:off x="-1905" y="6424595"/>
            <a:ext cx="12207240" cy="91440"/>
          </a:xfrm>
          <a:prstGeom prst="rect">
            <a:avLst/>
          </a:prstGeom>
          <a:solidFill>
            <a:srgbClr val="FCB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sldNum" idx="12"/>
          </p:nvPr>
        </p:nvSpPr>
        <p:spPr>
          <a:xfrm>
            <a:off x="10844677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8" name="Google Shape;38;p10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9" name="Google Shape;79;p16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7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7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month%201%20%20Loogbook.pdf" TargetMode="Externa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/>
          <p:nvPr/>
        </p:nvSpPr>
        <p:spPr>
          <a:xfrm>
            <a:off x="-34661" y="1765837"/>
            <a:ext cx="12239773" cy="957558"/>
          </a:xfrm>
          <a:prstGeom prst="rect">
            <a:avLst/>
          </a:prstGeom>
          <a:solidFill>
            <a:srgbClr val="FCBD0D"/>
          </a:solidFill>
          <a:ln w="15875" cap="flat" cmpd="sng">
            <a:solidFill>
              <a:srgbClr val="A65F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90247" y="239784"/>
            <a:ext cx="120210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-86379" y="293314"/>
            <a:ext cx="12190099" cy="1277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small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G H PATEL COLLEGE OF ENGINEERING &amp; TECHNOLOGY</a:t>
            </a:r>
            <a:endParaRPr dirty="0"/>
          </a:p>
          <a:p>
            <a:pPr marL="0" marR="0" lvl="0" indent="0" algn="ctr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700" b="1" i="0" u="none" strike="noStrike" cap="small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(THE CHARUTAR VIDYA MANDAL (CVM) UNIVERSITY)</a:t>
            </a:r>
            <a:endParaRPr dirty="0"/>
          </a:p>
          <a:p>
            <a:pPr marL="0" marR="0" lvl="0" indent="0" algn="ctr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100" b="1" cap="small" dirty="0">
                <a:solidFill>
                  <a:srgbClr val="724209"/>
                </a:solidFill>
              </a:rPr>
              <a:t>Department of </a:t>
            </a:r>
            <a:r>
              <a:rPr lang="en-US" sz="2100" b="1" i="0" u="none" strike="noStrike" cap="small" dirty="0">
                <a:solidFill>
                  <a:srgbClr val="724209"/>
                </a:solidFill>
                <a:latin typeface="Arial"/>
                <a:ea typeface="Arial"/>
                <a:cs typeface="Arial"/>
                <a:sym typeface="Arial"/>
              </a:rPr>
              <a:t>Information Technology</a:t>
            </a:r>
            <a:br>
              <a:rPr lang="en-US" sz="2100" b="1" i="0" u="none" strike="noStrike" cap="small" dirty="0">
                <a:solidFill>
                  <a:srgbClr val="724209"/>
                </a:solidFill>
                <a:latin typeface="Arial"/>
                <a:ea typeface="Arial"/>
                <a:cs typeface="Arial"/>
                <a:sym typeface="Arial"/>
              </a:rPr>
            </a:br>
            <a:endParaRPr sz="2100" b="1" i="0" u="none" strike="noStrike" cap="small" dirty="0">
              <a:solidFill>
                <a:srgbClr val="72420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900"/>
              </a:spcBef>
              <a:spcAft>
                <a:spcPts val="0"/>
              </a:spcAft>
              <a:buNone/>
            </a:pPr>
            <a:endParaRPr sz="2100" b="1" cap="small" dirty="0">
              <a:solidFill>
                <a:srgbClr val="724209"/>
              </a:solidFill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610222" y="4795784"/>
            <a:ext cx="238759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sng" strike="noStrike" cap="small" dirty="0">
                <a:solidFill>
                  <a:srgbClr val="724108"/>
                </a:solidFill>
                <a:latin typeface="Arial"/>
                <a:ea typeface="Arial"/>
                <a:cs typeface="Arial"/>
                <a:sym typeface="Arial"/>
              </a:rPr>
              <a:t>Presented By </a:t>
            </a:r>
            <a:endParaRPr dirty="0"/>
          </a:p>
        </p:txBody>
      </p:sp>
      <p:sp>
        <p:nvSpPr>
          <p:cNvPr id="106" name="Google Shape;106;p1"/>
          <p:cNvSpPr txBox="1"/>
          <p:nvPr/>
        </p:nvSpPr>
        <p:spPr>
          <a:xfrm>
            <a:off x="-34840" y="1917509"/>
            <a:ext cx="12138560" cy="69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none" strike="noStrike" cap="small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“AIML INTERN ”</a:t>
            </a:r>
            <a:endParaRPr dirty="0"/>
          </a:p>
        </p:txBody>
      </p:sp>
      <p:sp>
        <p:nvSpPr>
          <p:cNvPr id="107" name="Google Shape;107;p1"/>
          <p:cNvSpPr/>
          <p:nvPr/>
        </p:nvSpPr>
        <p:spPr>
          <a:xfrm>
            <a:off x="9081540" y="4795784"/>
            <a:ext cx="262928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sng" strike="noStrike" cap="small" dirty="0">
                <a:solidFill>
                  <a:srgbClr val="724108"/>
                </a:solidFill>
                <a:latin typeface="Arial"/>
                <a:ea typeface="Arial"/>
                <a:cs typeface="Arial"/>
                <a:sym typeface="Arial"/>
              </a:rPr>
              <a:t>Internal Guide</a:t>
            </a:r>
            <a:endParaRPr dirty="0"/>
          </a:p>
        </p:txBody>
      </p:sp>
      <p:sp>
        <p:nvSpPr>
          <p:cNvPr id="108" name="Google Shape;108;p1"/>
          <p:cNvSpPr txBox="1">
            <a:spLocks noGrp="1"/>
          </p:cNvSpPr>
          <p:nvPr>
            <p:ph type="sldNum" idx="12"/>
          </p:nvPr>
        </p:nvSpPr>
        <p:spPr>
          <a:xfrm>
            <a:off x="10844677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09" name="Google Shape;109;p1"/>
          <p:cNvSpPr/>
          <p:nvPr/>
        </p:nvSpPr>
        <p:spPr>
          <a:xfrm>
            <a:off x="13114" y="4096643"/>
            <a:ext cx="121919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small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r>
              <a:rPr lang="en-US" sz="2200" b="1" i="0" u="none" strike="noStrike" cap="small" baseline="300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200" b="1" i="0" u="none" strike="noStrike" cap="small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January , 2026</a:t>
            </a:r>
            <a:endParaRPr sz="2200" b="1" i="0" u="none" strike="noStrike" cap="small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40325" y="2824114"/>
            <a:ext cx="12164700" cy="1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cap="small" dirty="0">
                <a:solidFill>
                  <a:srgbClr val="002060"/>
                </a:solidFill>
              </a:rPr>
              <a:t>Industrial</a:t>
            </a:r>
            <a:r>
              <a:rPr lang="en-US" sz="2800" b="1" i="0" u="none" strike="noStrike" cap="small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cap="small" dirty="0">
                <a:solidFill>
                  <a:srgbClr val="002060"/>
                </a:solidFill>
              </a:rPr>
              <a:t>Internship</a:t>
            </a:r>
            <a:r>
              <a:rPr lang="en-US" sz="2800" b="1" i="0" u="none" strike="noStrike" cap="small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(202000</a:t>
            </a:r>
            <a:r>
              <a:rPr lang="en-US" sz="2800" b="1" cap="small" dirty="0">
                <a:solidFill>
                  <a:srgbClr val="002060"/>
                </a:solidFill>
              </a:rPr>
              <a:t>8</a:t>
            </a:r>
            <a:r>
              <a:rPr lang="en-US" sz="2800" b="1" i="0" u="none" strike="noStrike" cap="small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01) </a:t>
            </a:r>
            <a:endParaRPr dirty="0"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small" dirty="0">
                <a:solidFill>
                  <a:srgbClr val="724108"/>
                </a:solidFill>
              </a:rPr>
              <a:t>First</a:t>
            </a:r>
            <a:r>
              <a:rPr lang="en-US" sz="3200" b="1" i="0" u="none" strike="noStrike" cap="small" dirty="0">
                <a:solidFill>
                  <a:srgbClr val="724108"/>
                </a:solidFill>
                <a:latin typeface="Arial"/>
                <a:ea typeface="Arial"/>
                <a:cs typeface="Arial"/>
                <a:sym typeface="Arial"/>
              </a:rPr>
              <a:t> Presentation</a:t>
            </a:r>
            <a:endParaRPr dirty="0"/>
          </a:p>
        </p:txBody>
      </p:sp>
      <p:sp>
        <p:nvSpPr>
          <p:cNvPr id="111" name="Google Shape;111;p1"/>
          <p:cNvSpPr/>
          <p:nvPr/>
        </p:nvSpPr>
        <p:spPr>
          <a:xfrm>
            <a:off x="4465814" y="4795784"/>
            <a:ext cx="326037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sng" strike="noStrike" cap="small" dirty="0">
                <a:solidFill>
                  <a:srgbClr val="724108"/>
                </a:solidFill>
                <a:latin typeface="Arial"/>
                <a:ea typeface="Arial"/>
                <a:cs typeface="Arial"/>
                <a:sym typeface="Arial"/>
              </a:rPr>
              <a:t>External Guide</a:t>
            </a:r>
            <a:endParaRPr dirty="0"/>
          </a:p>
        </p:txBody>
      </p:sp>
      <p:sp>
        <p:nvSpPr>
          <p:cNvPr id="112" name="Google Shape;112;p1"/>
          <p:cNvSpPr/>
          <p:nvPr/>
        </p:nvSpPr>
        <p:spPr>
          <a:xfrm>
            <a:off x="4010974" y="5226671"/>
            <a:ext cx="4170052" cy="119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small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Ms</a:t>
            </a:r>
            <a:r>
              <a:rPr lang="en-US" sz="2200" b="1" cap="small" dirty="0">
                <a:solidFill>
                  <a:srgbClr val="002060"/>
                </a:solidFill>
              </a:rPr>
              <a:t>. Chandani Patel 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small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Team Head </a:t>
            </a:r>
            <a:endParaRPr dirty="0"/>
          </a:p>
          <a:p>
            <a:pPr lvl="0" algn="ctr">
              <a:lnSpc>
                <a:spcPct val="150000"/>
              </a:lnSpc>
            </a:pPr>
            <a:r>
              <a:rPr lang="en-IN" b="1" dirty="0" err="1"/>
              <a:t>Mindstien</a:t>
            </a:r>
            <a:r>
              <a:rPr lang="en-IN" b="1" dirty="0"/>
              <a:t> Technologies </a:t>
            </a:r>
            <a:r>
              <a:rPr lang="en-US" sz="1600" b="1" i="0" u="none" strike="noStrike" cap="small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, Rajkot </a:t>
            </a:r>
            <a:endParaRPr dirty="0"/>
          </a:p>
        </p:txBody>
      </p:sp>
      <p:sp>
        <p:nvSpPr>
          <p:cNvPr id="113" name="Google Shape;113;p1"/>
          <p:cNvSpPr/>
          <p:nvPr/>
        </p:nvSpPr>
        <p:spPr>
          <a:xfrm>
            <a:off x="11688616" y="6564686"/>
            <a:ext cx="468086" cy="273792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8091374" y="5226671"/>
            <a:ext cx="4609612" cy="119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cap="small" dirty="0">
                <a:solidFill>
                  <a:srgbClr val="002060"/>
                </a:solidFill>
              </a:rPr>
              <a:t>Prof. Prem Balani </a:t>
            </a:r>
            <a:endParaRPr sz="2200" b="1" i="0" u="none" strike="noStrike" cap="small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small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IT Department, GCET, 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small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Vallabh Vidyanagar</a:t>
            </a:r>
            <a:endParaRPr dirty="0"/>
          </a:p>
        </p:txBody>
      </p:sp>
      <p:pic>
        <p:nvPicPr>
          <p:cNvPr id="115" name="Google Shape;115;p1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7" t="23899" r="24741" b="27453"/>
          <a:stretch/>
        </p:blipFill>
        <p:spPr>
          <a:xfrm>
            <a:off x="62097" y="239784"/>
            <a:ext cx="1384038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"/>
          <p:cNvSpPr/>
          <p:nvPr/>
        </p:nvSpPr>
        <p:spPr>
          <a:xfrm>
            <a:off x="-281007" y="5226671"/>
            <a:ext cx="4170052" cy="119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small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Het Meghani 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rgbClr val="002060"/>
                </a:solidFill>
              </a:rPr>
              <a:t>12202110501023</a:t>
            </a:r>
            <a:r>
              <a:rPr lang="en-US" sz="1600" b="1" i="0" u="none" strike="noStrike" cap="small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small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CSE(IoT) , GCET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 txBox="1"/>
          <p:nvPr/>
        </p:nvSpPr>
        <p:spPr>
          <a:xfrm>
            <a:off x="558698" y="1405743"/>
            <a:ext cx="8555805" cy="2940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400" cap="small" dirty="0">
                <a:solidFill>
                  <a:schemeClr val="dk1"/>
                </a:solidFill>
              </a:rPr>
              <a:t>Offer Letter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400" b="0" i="0" u="none" strike="noStrike" cap="small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Company’s Overview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400" cap="small" dirty="0">
                <a:solidFill>
                  <a:schemeClr val="dk1"/>
                </a:solidFill>
              </a:rPr>
              <a:t>Role As An AIML Intern </a:t>
            </a:r>
            <a:endParaRPr sz="2400" b="0" i="0" u="none" strike="noStrike" cap="small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400" cap="small" dirty="0">
                <a:solidFill>
                  <a:schemeClr val="dk1"/>
                </a:solidFill>
              </a:rPr>
              <a:t>Work Completed 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F394D"/>
              </a:buClr>
              <a:buSzPts val="2400"/>
              <a:buFont typeface="Arial"/>
              <a:buChar char="•"/>
            </a:pPr>
            <a:r>
              <a:rPr lang="en-US" sz="2400" b="0" i="0" u="none" strike="noStrike" cap="smal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Logbook</a:t>
            </a:r>
            <a:endParaRPr sz="2400" b="0" i="0" u="none" strike="noStrike" cap="small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2</a:t>
            </a:fld>
            <a:endParaRPr sz="1600"/>
          </a:p>
        </p:txBody>
      </p:sp>
      <p:sp>
        <p:nvSpPr>
          <p:cNvPr id="125" name="Google Shape;125;p2"/>
          <p:cNvSpPr/>
          <p:nvPr/>
        </p:nvSpPr>
        <p:spPr>
          <a:xfrm>
            <a:off x="1202872" y="-6922"/>
            <a:ext cx="9786257" cy="95983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1202872" y="152400"/>
            <a:ext cx="9786256" cy="700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u="none" cap="small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/>
          </a:p>
        </p:txBody>
      </p:sp>
      <p:pic>
        <p:nvPicPr>
          <p:cNvPr id="127" name="Google Shape;127;p2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7" t="23899" r="24741" b="27453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"/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12202110501023</a:t>
            </a:r>
            <a:endParaRPr dirty="0"/>
          </a:p>
        </p:txBody>
      </p:sp>
      <p:sp>
        <p:nvSpPr>
          <p:cNvPr id="129" name="Google Shape;129;p2"/>
          <p:cNvSpPr/>
          <p:nvPr/>
        </p:nvSpPr>
        <p:spPr>
          <a:xfrm>
            <a:off x="3853891" y="6483773"/>
            <a:ext cx="448421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AIML INTERN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3</a:t>
            </a:fld>
            <a:endParaRPr sz="1600"/>
          </a:p>
        </p:txBody>
      </p:sp>
      <p:sp>
        <p:nvSpPr>
          <p:cNvPr id="137" name="Google Shape;137;p3"/>
          <p:cNvSpPr/>
          <p:nvPr/>
        </p:nvSpPr>
        <p:spPr>
          <a:xfrm>
            <a:off x="1202872" y="-6922"/>
            <a:ext cx="9786257" cy="95983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1202872" y="152400"/>
            <a:ext cx="9786256" cy="700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Offer Letter </a:t>
            </a:r>
            <a:endParaRPr dirty="0"/>
          </a:p>
        </p:txBody>
      </p:sp>
      <p:pic>
        <p:nvPicPr>
          <p:cNvPr id="139" name="Google Shape;139;p3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7" t="23899" r="24741" b="27453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"/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</a:rPr>
              <a:t>12202110501023</a:t>
            </a:r>
            <a:endParaRPr dirty="0"/>
          </a:p>
        </p:txBody>
      </p:sp>
      <p:sp>
        <p:nvSpPr>
          <p:cNvPr id="141" name="Google Shape;141;p3"/>
          <p:cNvSpPr/>
          <p:nvPr/>
        </p:nvSpPr>
        <p:spPr>
          <a:xfrm>
            <a:off x="3853891" y="6483773"/>
            <a:ext cx="448421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AIML INTERN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DD493B-D868-B1A3-D2BA-B14E7FAB77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445" y="974685"/>
            <a:ext cx="4719484" cy="54306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4</a:t>
            </a:fld>
            <a:endParaRPr sz="1600"/>
          </a:p>
        </p:txBody>
      </p:sp>
      <p:sp>
        <p:nvSpPr>
          <p:cNvPr id="150" name="Google Shape;150;p4"/>
          <p:cNvSpPr/>
          <p:nvPr/>
        </p:nvSpPr>
        <p:spPr>
          <a:xfrm>
            <a:off x="1202872" y="-6922"/>
            <a:ext cx="9786257" cy="95983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1022957" y="122841"/>
            <a:ext cx="9786256" cy="700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Company’s Overview  </a:t>
            </a:r>
            <a:endParaRPr dirty="0"/>
          </a:p>
        </p:txBody>
      </p:sp>
      <p:pic>
        <p:nvPicPr>
          <p:cNvPr id="152" name="Google Shape;152;p4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7" t="23899" r="24741" b="27453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4"/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</a:rPr>
              <a:t>12202110501023</a:t>
            </a:r>
            <a:endParaRPr dirty="0"/>
          </a:p>
        </p:txBody>
      </p:sp>
      <p:sp>
        <p:nvSpPr>
          <p:cNvPr id="154" name="Google Shape;154;p4"/>
          <p:cNvSpPr/>
          <p:nvPr/>
        </p:nvSpPr>
        <p:spPr>
          <a:xfrm>
            <a:off x="3853891" y="6483773"/>
            <a:ext cx="448421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</a:rPr>
              <a:t>AIML INTERN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40997-37A8-2916-8FDD-A72292D0310D}"/>
              </a:ext>
            </a:extLst>
          </p:cNvPr>
          <p:cNvSpPr txBox="1"/>
          <p:nvPr/>
        </p:nvSpPr>
        <p:spPr>
          <a:xfrm>
            <a:off x="717755" y="1484670"/>
            <a:ext cx="762035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Company Name : </a:t>
            </a:r>
            <a:r>
              <a:rPr lang="en-IN" sz="1800" dirty="0" err="1"/>
              <a:t>Mindstrein</a:t>
            </a:r>
            <a:r>
              <a:rPr lang="en-IN" sz="1800" dirty="0"/>
              <a:t> Technologies </a:t>
            </a:r>
            <a:r>
              <a:rPr lang="en-IN" sz="1800" dirty="0" err="1"/>
              <a:t>Pvt.</a:t>
            </a:r>
            <a:r>
              <a:rPr lang="en-IN" sz="1800" dirty="0"/>
              <a:t> Ltd.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Rajkot-based IT &amp; Software Solutions Company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 err="1"/>
              <a:t>Focuses</a:t>
            </a:r>
            <a:r>
              <a:rPr lang="fr-FR" sz="1800" dirty="0"/>
              <a:t> on Digital Transformation &amp; Automation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Provides Custom Software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Works with AI/ML, IoT, CRM, and ERP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Delivers practical, business-oriented technology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Emphasizes real-world implementation and modern technologies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5</a:t>
            </a:fld>
            <a:endParaRPr sz="1600"/>
          </a:p>
        </p:txBody>
      </p:sp>
      <p:sp>
        <p:nvSpPr>
          <p:cNvPr id="163" name="Google Shape;163;p5"/>
          <p:cNvSpPr/>
          <p:nvPr/>
        </p:nvSpPr>
        <p:spPr>
          <a:xfrm>
            <a:off x="1202872" y="-6922"/>
            <a:ext cx="9786257" cy="95983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1202872" y="152400"/>
            <a:ext cx="9786256" cy="700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Role As An AIML Intern  </a:t>
            </a:r>
            <a:endParaRPr lang="en-US" dirty="0"/>
          </a:p>
        </p:txBody>
      </p:sp>
      <p:pic>
        <p:nvPicPr>
          <p:cNvPr id="165" name="Google Shape;165;p5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7" t="23899" r="24741" b="27453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/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</a:rPr>
              <a:t>12202110501023</a:t>
            </a:r>
            <a:endParaRPr dirty="0"/>
          </a:p>
        </p:txBody>
      </p:sp>
      <p:sp>
        <p:nvSpPr>
          <p:cNvPr id="167" name="Google Shape;167;p5"/>
          <p:cNvSpPr/>
          <p:nvPr/>
        </p:nvSpPr>
        <p:spPr>
          <a:xfrm>
            <a:off x="3853891" y="6483773"/>
            <a:ext cx="448421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</a:rPr>
              <a:t>AIML INTERN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81B21-4C94-43D6-4FF8-CEA55A8ED712}"/>
              </a:ext>
            </a:extLst>
          </p:cNvPr>
          <p:cNvSpPr txBox="1"/>
          <p:nvPr/>
        </p:nvSpPr>
        <p:spPr>
          <a:xfrm>
            <a:off x="329380" y="1278193"/>
            <a:ext cx="1153323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Undergoing conceptual training and hands-on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Learning Python and SQL as core AI/ML foundation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Using SQL for data storage, querying, and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Using Python for logic building and data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Preparing for Machine Learning model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4B2C7B4C-5261-221B-6A3A-2CA8F8F4F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5">
            <a:extLst>
              <a:ext uri="{FF2B5EF4-FFF2-40B4-BE49-F238E27FC236}">
                <a16:creationId xmlns:a16="http://schemas.microsoft.com/office/drawing/2014/main" id="{E6A07A8A-EAAF-4888-77FE-927A5551A2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>
            <a:extLst>
              <a:ext uri="{FF2B5EF4-FFF2-40B4-BE49-F238E27FC236}">
                <a16:creationId xmlns:a16="http://schemas.microsoft.com/office/drawing/2014/main" id="{AF821794-3300-1853-AEE9-3669FF703B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6</a:t>
            </a:fld>
            <a:endParaRPr sz="1600"/>
          </a:p>
        </p:txBody>
      </p:sp>
      <p:sp>
        <p:nvSpPr>
          <p:cNvPr id="163" name="Google Shape;163;p5">
            <a:extLst>
              <a:ext uri="{FF2B5EF4-FFF2-40B4-BE49-F238E27FC236}">
                <a16:creationId xmlns:a16="http://schemas.microsoft.com/office/drawing/2014/main" id="{45AA103B-379B-A190-EF08-900015E91ED4}"/>
              </a:ext>
            </a:extLst>
          </p:cNvPr>
          <p:cNvSpPr/>
          <p:nvPr/>
        </p:nvSpPr>
        <p:spPr>
          <a:xfrm>
            <a:off x="1202872" y="-6922"/>
            <a:ext cx="9786257" cy="95983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>
            <a:extLst>
              <a:ext uri="{FF2B5EF4-FFF2-40B4-BE49-F238E27FC236}">
                <a16:creationId xmlns:a16="http://schemas.microsoft.com/office/drawing/2014/main" id="{A864C6EB-DCF9-6B16-460D-61E5AF6729E6}"/>
              </a:ext>
            </a:extLst>
          </p:cNvPr>
          <p:cNvSpPr txBox="1"/>
          <p:nvPr/>
        </p:nvSpPr>
        <p:spPr>
          <a:xfrm>
            <a:off x="1202872" y="152400"/>
            <a:ext cx="9786256" cy="700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 dirty="0">
                <a:solidFill>
                  <a:schemeClr val="lt1"/>
                </a:solidFill>
              </a:rPr>
              <a:t>Work Completed </a:t>
            </a:r>
            <a:endParaRPr lang="en-US" dirty="0"/>
          </a:p>
        </p:txBody>
      </p:sp>
      <p:pic>
        <p:nvPicPr>
          <p:cNvPr id="165" name="Google Shape;165;p5" descr="Logo, company name&#10;&#10;Description automatically generated">
            <a:extLst>
              <a:ext uri="{FF2B5EF4-FFF2-40B4-BE49-F238E27FC236}">
                <a16:creationId xmlns:a16="http://schemas.microsoft.com/office/drawing/2014/main" id="{C2032050-1E71-BD0F-18F5-4DCFA04CF21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7" t="23899" r="24741" b="27453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>
            <a:extLst>
              <a:ext uri="{FF2B5EF4-FFF2-40B4-BE49-F238E27FC236}">
                <a16:creationId xmlns:a16="http://schemas.microsoft.com/office/drawing/2014/main" id="{D247F6DA-9D65-7BC3-8419-C17FECCF563F}"/>
              </a:ext>
            </a:extLst>
          </p:cNvPr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</a:rPr>
              <a:t>12202110501023</a:t>
            </a:r>
            <a:endParaRPr dirty="0"/>
          </a:p>
        </p:txBody>
      </p:sp>
      <p:sp>
        <p:nvSpPr>
          <p:cNvPr id="167" name="Google Shape;167;p5">
            <a:extLst>
              <a:ext uri="{FF2B5EF4-FFF2-40B4-BE49-F238E27FC236}">
                <a16:creationId xmlns:a16="http://schemas.microsoft.com/office/drawing/2014/main" id="{321E78E4-15EC-DC79-FAB0-C2A25F69D989}"/>
              </a:ext>
            </a:extLst>
          </p:cNvPr>
          <p:cNvSpPr/>
          <p:nvPr/>
        </p:nvSpPr>
        <p:spPr>
          <a:xfrm>
            <a:off x="3853891" y="6483773"/>
            <a:ext cx="448421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</a:rPr>
              <a:t>AIML INTERN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B62B57-0181-A89C-527A-5A3044AF45C6}"/>
              </a:ext>
            </a:extLst>
          </p:cNvPr>
          <p:cNvSpPr txBox="1"/>
          <p:nvPr/>
        </p:nvSpPr>
        <p:spPr>
          <a:xfrm>
            <a:off x="245807" y="1160206"/>
            <a:ext cx="433602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SQL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SQL Fundamentals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Data Retrieval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Data Manipulation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Aggregate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Grouping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Joins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Subqueries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Constraints &amp; Keys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BBBB50-1699-CAB1-6BDD-60078C331E14}"/>
              </a:ext>
            </a:extLst>
          </p:cNvPr>
          <p:cNvSpPr txBox="1"/>
          <p:nvPr/>
        </p:nvSpPr>
        <p:spPr>
          <a:xfrm>
            <a:off x="3598607" y="1188649"/>
            <a:ext cx="336263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Python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Python Basics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Control Structures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Data Structures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Functions &amp; 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File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Error &amp; Exception Handling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2A035A-EC43-5CEA-0867-6EBEE5A172EC}"/>
              </a:ext>
            </a:extLst>
          </p:cNvPr>
          <p:cNvSpPr txBox="1"/>
          <p:nvPr/>
        </p:nvSpPr>
        <p:spPr>
          <a:xfrm>
            <a:off x="7128388" y="1236666"/>
            <a:ext cx="33626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Python Libraries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NumPy</a:t>
            </a:r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Pandas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Matplotlib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Seaborn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Scikit-learn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/>
              <a:t>SciPy</a:t>
            </a:r>
            <a:endParaRPr lang="en-IN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977787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FF4B60DD-F071-4969-9CFC-8710C3F8D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5">
            <a:extLst>
              <a:ext uri="{FF2B5EF4-FFF2-40B4-BE49-F238E27FC236}">
                <a16:creationId xmlns:a16="http://schemas.microsoft.com/office/drawing/2014/main" id="{623DEF24-97E7-9032-7200-278BEA00D9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>
            <a:extLst>
              <a:ext uri="{FF2B5EF4-FFF2-40B4-BE49-F238E27FC236}">
                <a16:creationId xmlns:a16="http://schemas.microsoft.com/office/drawing/2014/main" id="{A66652B3-CB64-544C-4DAB-B7D32D5BB5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7</a:t>
            </a:fld>
            <a:endParaRPr sz="1600"/>
          </a:p>
        </p:txBody>
      </p:sp>
      <p:sp>
        <p:nvSpPr>
          <p:cNvPr id="163" name="Google Shape;163;p5">
            <a:extLst>
              <a:ext uri="{FF2B5EF4-FFF2-40B4-BE49-F238E27FC236}">
                <a16:creationId xmlns:a16="http://schemas.microsoft.com/office/drawing/2014/main" id="{780D3DB8-1CAD-8F5C-4B9C-038A39A32664}"/>
              </a:ext>
            </a:extLst>
          </p:cNvPr>
          <p:cNvSpPr/>
          <p:nvPr/>
        </p:nvSpPr>
        <p:spPr>
          <a:xfrm>
            <a:off x="1202872" y="-6922"/>
            <a:ext cx="9786257" cy="95983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>
            <a:extLst>
              <a:ext uri="{FF2B5EF4-FFF2-40B4-BE49-F238E27FC236}">
                <a16:creationId xmlns:a16="http://schemas.microsoft.com/office/drawing/2014/main" id="{65B505EC-1FBB-F95C-B9A8-88F7B19C170D}"/>
              </a:ext>
            </a:extLst>
          </p:cNvPr>
          <p:cNvSpPr txBox="1"/>
          <p:nvPr/>
        </p:nvSpPr>
        <p:spPr>
          <a:xfrm>
            <a:off x="1202872" y="152400"/>
            <a:ext cx="9786256" cy="700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cap="small" dirty="0">
                <a:solidFill>
                  <a:schemeClr val="lt1"/>
                </a:solidFill>
              </a:rPr>
              <a:t>Logbook  </a:t>
            </a:r>
            <a:endParaRPr lang="en-US" dirty="0"/>
          </a:p>
        </p:txBody>
      </p:sp>
      <p:pic>
        <p:nvPicPr>
          <p:cNvPr id="165" name="Google Shape;165;p5" descr="Logo, company name&#10;&#10;Description automatically generated">
            <a:extLst>
              <a:ext uri="{FF2B5EF4-FFF2-40B4-BE49-F238E27FC236}">
                <a16:creationId xmlns:a16="http://schemas.microsoft.com/office/drawing/2014/main" id="{1B636E4B-701C-53C4-2097-0B2C8D5DEBE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687" t="23899" r="24741" b="27453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>
            <a:extLst>
              <a:ext uri="{FF2B5EF4-FFF2-40B4-BE49-F238E27FC236}">
                <a16:creationId xmlns:a16="http://schemas.microsoft.com/office/drawing/2014/main" id="{A19F058F-1AD8-0988-3EF7-D531851AB23B}"/>
              </a:ext>
            </a:extLst>
          </p:cNvPr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</a:rPr>
              <a:t>12202110501023</a:t>
            </a:r>
            <a:endParaRPr dirty="0"/>
          </a:p>
        </p:txBody>
      </p:sp>
      <p:sp>
        <p:nvSpPr>
          <p:cNvPr id="167" name="Google Shape;167;p5">
            <a:extLst>
              <a:ext uri="{FF2B5EF4-FFF2-40B4-BE49-F238E27FC236}">
                <a16:creationId xmlns:a16="http://schemas.microsoft.com/office/drawing/2014/main" id="{A3ED875F-ACAD-480F-0D1B-DBF92FDBC78A}"/>
              </a:ext>
            </a:extLst>
          </p:cNvPr>
          <p:cNvSpPr/>
          <p:nvPr/>
        </p:nvSpPr>
        <p:spPr>
          <a:xfrm>
            <a:off x="3853891" y="6483773"/>
            <a:ext cx="448421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</a:rPr>
              <a:t>AIML INTERN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C6D2DE-0102-2200-563A-2A52276B4CF2}"/>
              </a:ext>
            </a:extLst>
          </p:cNvPr>
          <p:cNvSpPr txBox="1"/>
          <p:nvPr/>
        </p:nvSpPr>
        <p:spPr>
          <a:xfrm>
            <a:off x="3687096" y="2735160"/>
            <a:ext cx="75708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Link : </a:t>
            </a:r>
            <a:r>
              <a:rPr lang="en-IN" sz="3000" b="1" dirty="0">
                <a:hlinkClick r:id="rId5" action="ppaction://hlinkfile"/>
              </a:rPr>
              <a:t>month 1  Loogbook.pdf</a:t>
            </a:r>
            <a:endParaRPr lang="en-IN" sz="3000" b="1" dirty="0"/>
          </a:p>
        </p:txBody>
      </p:sp>
    </p:spTree>
    <p:extLst>
      <p:ext uri="{BB962C8B-B14F-4D97-AF65-F5344CB8AC3E}">
        <p14:creationId xmlns:p14="http://schemas.microsoft.com/office/powerpoint/2010/main" val="2654141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6"/>
          <p:cNvSpPr txBox="1">
            <a:spLocks noGrp="1"/>
          </p:cNvSpPr>
          <p:nvPr>
            <p:ph type="sldNum" idx="12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8</a:t>
            </a:fld>
            <a:endParaRPr sz="1600"/>
          </a:p>
        </p:txBody>
      </p:sp>
      <p:pic>
        <p:nvPicPr>
          <p:cNvPr id="176" name="Google Shape;176;p6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22687" t="23899" r="24741" b="27453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</a:rPr>
              <a:t>12202110501023</a:t>
            </a:r>
            <a:endParaRPr dirty="0"/>
          </a:p>
        </p:txBody>
      </p:sp>
      <p:sp>
        <p:nvSpPr>
          <p:cNvPr id="178" name="Google Shape;178;p6"/>
          <p:cNvSpPr/>
          <p:nvPr/>
        </p:nvSpPr>
        <p:spPr>
          <a:xfrm>
            <a:off x="3853891" y="6483773"/>
            <a:ext cx="448421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cap="small" dirty="0">
                <a:solidFill>
                  <a:schemeClr val="lt1"/>
                </a:solidFill>
              </a:rPr>
              <a:t>AIML INTERN</a:t>
            </a:r>
            <a:endParaRPr dirty="0"/>
          </a:p>
        </p:txBody>
      </p:sp>
      <p:sp>
        <p:nvSpPr>
          <p:cNvPr id="179" name="Google Shape;179;p6"/>
          <p:cNvSpPr txBox="1"/>
          <p:nvPr/>
        </p:nvSpPr>
        <p:spPr>
          <a:xfrm>
            <a:off x="17649" y="2492829"/>
            <a:ext cx="12156702" cy="13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24108"/>
              </a:buClr>
              <a:buSzPts val="8800"/>
              <a:buFont typeface="Arial"/>
              <a:buNone/>
            </a:pPr>
            <a:r>
              <a:rPr lang="en-US" sz="8800" b="1" cap="small">
                <a:solidFill>
                  <a:srgbClr val="724108"/>
                </a:solidFill>
                <a:latin typeface="Arial"/>
                <a:ea typeface="Arial"/>
                <a:cs typeface="Arial"/>
                <a:sym typeface="Arial"/>
              </a:rPr>
              <a:t>Thank You…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269</Words>
  <Application>Microsoft Office PowerPoint</Application>
  <PresentationFormat>Widescreen</PresentationFormat>
  <Paragraphs>119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het meghani</cp:lastModifiedBy>
  <cp:revision>6</cp:revision>
  <dcterms:created xsi:type="dcterms:W3CDTF">2016-07-08T05:35:06Z</dcterms:created>
  <dcterms:modified xsi:type="dcterms:W3CDTF">2026-01-30T20:00:48Z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0x010100168121E6927E594AB9D4C67568B7DA81</vt:lpwstr>
  </property>
</Properties>
</file>